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68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CAB42-40B3-42A7-97F6-3AE9545A3C72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34E32-F132-44C9-B814-4F741111E35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Errors </a:t>
            </a:r>
            <a:r>
              <a:rPr lang="en-US" smtClean="0"/>
              <a:t>in the</a:t>
            </a:r>
            <a:br>
              <a:rPr lang="en-US" smtClean="0"/>
            </a:br>
            <a:r>
              <a:rPr lang="en-US" smtClean="0"/>
              <a:t>(</a:t>
            </a:r>
            <a:r>
              <a:rPr lang="en-US" dirty="0" smtClean="0"/>
              <a:t>Syntactic) Code Model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(Neal channeling Matt)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Parser’s Job:</a:t>
            </a:r>
          </a:p>
          <a:p>
            <a:pPr lvl="1"/>
            <a:r>
              <a:rPr lang="en-US" dirty="0" smtClean="0"/>
              <a:t>Infer the lexical and syntactic structure</a:t>
            </a:r>
          </a:p>
          <a:p>
            <a:pPr lvl="1"/>
            <a:r>
              <a:rPr lang="en-US" dirty="0" smtClean="0"/>
              <a:t>Detect and recover from errors</a:t>
            </a:r>
          </a:p>
          <a:p>
            <a:pPr lvl="1"/>
            <a:r>
              <a:rPr lang="en-US" dirty="0" smtClean="0"/>
              <a:t>Provide maximal useful data from these</a:t>
            </a:r>
          </a:p>
          <a:p>
            <a:endParaRPr lang="en-US" dirty="0" smtClean="0"/>
          </a:p>
          <a:p>
            <a:r>
              <a:rPr lang="en-US" dirty="0" smtClean="0"/>
              <a:t>Issues</a:t>
            </a:r>
          </a:p>
          <a:p>
            <a:pPr lvl="1"/>
            <a:r>
              <a:rPr lang="en-US" dirty="0" smtClean="0"/>
              <a:t>Representing programs with errors</a:t>
            </a:r>
          </a:p>
          <a:p>
            <a:pPr lvl="1"/>
            <a:r>
              <a:rPr lang="en-US" dirty="0" smtClean="0"/>
              <a:t>Syntactic ambiguity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Errors in Green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Errors attach to any (green) tree node</a:t>
            </a:r>
          </a:p>
          <a:p>
            <a:endParaRPr lang="en-US" dirty="0" smtClean="0"/>
          </a:p>
          <a:p>
            <a:r>
              <a:rPr lang="en-US" dirty="0" smtClean="0"/>
              <a:t>- </a:t>
            </a:r>
            <a:r>
              <a:rPr lang="en-US" dirty="0" err="1" smtClean="0"/>
              <a:t>IList</a:t>
            </a:r>
            <a:r>
              <a:rPr lang="en-US" dirty="0" smtClean="0"/>
              <a:t>&lt;</a:t>
            </a:r>
            <a:r>
              <a:rPr lang="en-US" dirty="0" err="1" smtClean="0"/>
              <a:t>SyntaxError</a:t>
            </a:r>
            <a:r>
              <a:rPr lang="en-US" dirty="0" smtClean="0"/>
              <a:t>&gt; Errors</a:t>
            </a:r>
          </a:p>
          <a:p>
            <a:r>
              <a:rPr lang="en-US" dirty="0" smtClean="0"/>
              <a:t>- Including tokens (bad characters, 10.5ZZ, etc)</a:t>
            </a:r>
          </a:p>
          <a:p>
            <a:r>
              <a:rPr lang="en-US" dirty="0" smtClean="0"/>
              <a:t>- Number of errors among </a:t>
            </a:r>
            <a:r>
              <a:rPr lang="en-US" dirty="0" smtClean="0"/>
              <a:t>children</a:t>
            </a:r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Errors in Green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 (green) error "knows" its</a:t>
            </a:r>
          </a:p>
          <a:p>
            <a:endParaRPr lang="en-US" dirty="0" smtClean="0"/>
          </a:p>
          <a:p>
            <a:r>
              <a:rPr lang="en-US" dirty="0" smtClean="0"/>
              <a:t>Severity</a:t>
            </a:r>
            <a:endParaRPr lang="en-US" dirty="0" smtClean="0"/>
          </a:p>
          <a:p>
            <a:r>
              <a:rPr lang="en-US" dirty="0" smtClean="0"/>
              <a:t>error </a:t>
            </a:r>
            <a:r>
              <a:rPr lang="en-US" dirty="0" smtClean="0"/>
              <a:t>number</a:t>
            </a:r>
          </a:p>
          <a:p>
            <a:r>
              <a:rPr lang="en-US" dirty="0" smtClean="0"/>
              <a:t>(</a:t>
            </a:r>
            <a:r>
              <a:rPr lang="en-US" dirty="0" smtClean="0"/>
              <a:t>text)</a:t>
            </a:r>
          </a:p>
          <a:p>
            <a:r>
              <a:rPr lang="en-US" dirty="0" smtClean="0"/>
              <a:t>reporting </a:t>
            </a:r>
            <a:r>
              <a:rPr lang="en-US" dirty="0" err="1" smtClean="0"/>
              <a:t>offset+width</a:t>
            </a:r>
            <a:r>
              <a:rPr lang="en-US" dirty="0" smtClean="0"/>
              <a:t> within the </a:t>
            </a:r>
            <a:r>
              <a:rPr lang="en-US" dirty="0" smtClean="0"/>
              <a:t>parent</a:t>
            </a:r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Errors in </a:t>
            </a:r>
            <a:r>
              <a:rPr lang="en-US" dirty="0" smtClean="0"/>
              <a:t>Red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Red Errors: Wraps the Green </a:t>
            </a:r>
            <a:r>
              <a:rPr lang="en-US" dirty="0" smtClean="0"/>
              <a:t>errors,</a:t>
            </a:r>
            <a:br>
              <a:rPr lang="en-US" dirty="0" smtClean="0"/>
            </a:br>
            <a:r>
              <a:rPr lang="en-US" dirty="0" smtClean="0"/>
              <a:t>additionally </a:t>
            </a:r>
            <a:r>
              <a:rPr lang="en-US" dirty="0" smtClean="0"/>
              <a:t>provides</a:t>
            </a:r>
          </a:p>
          <a:p>
            <a:endParaRPr lang="en-US" dirty="0" smtClean="0"/>
          </a:p>
          <a:p>
            <a:r>
              <a:rPr lang="en-US" dirty="0" smtClean="0"/>
              <a:t>Its (parent) tree node</a:t>
            </a:r>
          </a:p>
          <a:p>
            <a:r>
              <a:rPr lang="en-US" dirty="0" smtClean="0"/>
              <a:t>Absolute </a:t>
            </a:r>
            <a:r>
              <a:rPr lang="en-US" dirty="0" err="1" smtClean="0"/>
              <a:t>position+width</a:t>
            </a:r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Errors in </a:t>
            </a:r>
            <a:r>
              <a:rPr lang="en-US" dirty="0" smtClean="0"/>
              <a:t>Red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(Red) node summarizes errors below it</a:t>
            </a:r>
          </a:p>
          <a:p>
            <a:endParaRPr lang="en-US" dirty="0" smtClean="0"/>
          </a:p>
          <a:p>
            <a:r>
              <a:rPr lang="en-US" dirty="0" smtClean="0"/>
              <a:t>Union of errors below the </a:t>
            </a:r>
            <a:r>
              <a:rPr lang="en-US" dirty="0" smtClean="0"/>
              <a:t>node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Errors in </a:t>
            </a:r>
            <a:r>
              <a:rPr lang="en-US" dirty="0" smtClean="0"/>
              <a:t>Red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(Red) node summarizes errors below it</a:t>
            </a:r>
          </a:p>
          <a:p>
            <a:endParaRPr lang="en-US" dirty="0" smtClean="0"/>
          </a:p>
          <a:p>
            <a:r>
              <a:rPr lang="en-US" dirty="0" smtClean="0"/>
              <a:t>Union of errors below the </a:t>
            </a:r>
            <a:r>
              <a:rPr lang="en-US" dirty="0" smtClean="0"/>
              <a:t>node</a:t>
            </a:r>
          </a:p>
          <a:p>
            <a:endParaRPr lang="en-US" dirty="0" smtClean="0"/>
          </a:p>
          <a:p>
            <a:r>
              <a:rPr lang="en-US" dirty="0" smtClean="0"/>
              <a:t>Question: Could </a:t>
            </a:r>
            <a:r>
              <a:rPr lang="en-US" dirty="0" smtClean="0"/>
              <a:t>it be more cleverly computed? (e.g. suppress cascaded errors</a:t>
            </a:r>
            <a:r>
              <a:rPr lang="en-US" dirty="0" smtClean="0"/>
              <a:t>)</a:t>
            </a:r>
            <a:endParaRPr lang="en-US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 Recovery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Three kinds of errors: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Lexical (bad token)</a:t>
            </a:r>
          </a:p>
          <a:p>
            <a:r>
              <a:rPr lang="en-US" dirty="0" smtClean="0"/>
              <a:t>Inserted tokens</a:t>
            </a:r>
          </a:p>
          <a:p>
            <a:r>
              <a:rPr lang="en-US" dirty="0" smtClean="0"/>
              <a:t>Deleted tokens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 Recovery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r>
              <a:rPr lang="en-US" i="1" dirty="0" smtClean="0"/>
              <a:t>Lexical errors </a:t>
            </a:r>
            <a:r>
              <a:rPr lang="en-US" dirty="0" smtClean="0"/>
              <a:t>create </a:t>
            </a:r>
            <a:r>
              <a:rPr lang="en-US" dirty="0" err="1" smtClean="0"/>
              <a:t>BadToken</a:t>
            </a:r>
            <a:r>
              <a:rPr lang="en-US" dirty="0" smtClean="0"/>
              <a:t> nodes, with an error attached</a:t>
            </a:r>
          </a:p>
          <a:p>
            <a:pPr lvl="1"/>
            <a:r>
              <a:rPr lang="en-US" dirty="0" smtClean="0"/>
              <a:t>Necessarily provokes parser error recovery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 Recovery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r>
              <a:rPr lang="en-US" i="1" dirty="0" smtClean="0"/>
              <a:t>Inserted tokens </a:t>
            </a:r>
            <a:r>
              <a:rPr lang="en-US" dirty="0" smtClean="0"/>
              <a:t>errors create Token nodes, with an error attached</a:t>
            </a:r>
          </a:p>
          <a:p>
            <a:pPr lvl="1"/>
            <a:r>
              <a:rPr lang="en-US" dirty="0" smtClean="0"/>
              <a:t>The token is of zero width</a:t>
            </a:r>
          </a:p>
          <a:p>
            <a:pPr lvl="1"/>
            <a:r>
              <a:rPr lang="en-US" dirty="0" smtClean="0"/>
              <a:t>An error it attached to the token</a:t>
            </a:r>
          </a:p>
          <a:p>
            <a:pPr lvl="1"/>
            <a:r>
              <a:rPr lang="en-US" dirty="0" smtClean="0"/>
              <a:t>Discarded during incremental parsing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 Recovery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i="1" dirty="0" smtClean="0"/>
              <a:t>Skipped tokens </a:t>
            </a:r>
            <a:r>
              <a:rPr lang="en-US" dirty="0" smtClean="0"/>
              <a:t>are gathered up into an Error tree representing a syntactic entity</a:t>
            </a:r>
          </a:p>
          <a:p>
            <a:pPr lvl="1"/>
            <a:r>
              <a:rPr lang="en-US" dirty="0" smtClean="0"/>
              <a:t>“Unexpected” error in the tree</a:t>
            </a:r>
          </a:p>
          <a:p>
            <a:pPr lvl="1"/>
            <a:r>
              <a:rPr lang="en-US" dirty="0" smtClean="0"/>
              <a:t>Error </a:t>
            </a:r>
            <a:r>
              <a:rPr lang="en-US" dirty="0" err="1" smtClean="0"/>
              <a:t>nonterminal</a:t>
            </a:r>
            <a:r>
              <a:rPr lang="en-US" dirty="0" smtClean="0"/>
              <a:t> nodes for key </a:t>
            </a:r>
            <a:r>
              <a:rPr lang="en-US" dirty="0" err="1" smtClean="0"/>
              <a:t>nonterminals</a:t>
            </a:r>
            <a:endParaRPr lang="en-US" dirty="0" smtClean="0"/>
          </a:p>
          <a:p>
            <a:pPr lvl="2"/>
            <a:r>
              <a:rPr lang="en-US" dirty="0" err="1" smtClean="0"/>
              <a:t>ErrorStatement</a:t>
            </a:r>
            <a:r>
              <a:rPr lang="en-US" dirty="0" smtClean="0"/>
              <a:t>, </a:t>
            </a:r>
            <a:r>
              <a:rPr lang="en-US" dirty="0" err="1" smtClean="0"/>
              <a:t>ErrorMemberDeclaration</a:t>
            </a:r>
            <a:r>
              <a:rPr lang="en-US" dirty="0" smtClean="0"/>
              <a:t>, </a:t>
            </a:r>
            <a:r>
              <a:rPr lang="en-US" dirty="0" err="1" smtClean="0"/>
              <a:t>ErrorTypeDeclaration</a:t>
            </a:r>
            <a:r>
              <a:rPr lang="en-US" dirty="0" smtClean="0"/>
              <a:t>, etc.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Open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What </a:t>
            </a:r>
            <a:r>
              <a:rPr lang="en-US" dirty="0" err="1" smtClean="0"/>
              <a:t>nonterminals</a:t>
            </a:r>
            <a:r>
              <a:rPr lang="en-US" dirty="0" smtClean="0"/>
              <a:t> have error nodes?</a:t>
            </a:r>
          </a:p>
          <a:p>
            <a:pPr>
              <a:buNone/>
            </a:pPr>
            <a:r>
              <a:rPr lang="en-US" dirty="0" smtClean="0"/>
              <a:t>What about “ambiguous” parse trees?</a:t>
            </a:r>
          </a:p>
          <a:p>
            <a:pPr>
              <a:buNone/>
            </a:pPr>
            <a:r>
              <a:rPr lang="en-US" dirty="0" smtClean="0"/>
              <a:t>“Better</a:t>
            </a:r>
            <a:r>
              <a:rPr lang="en-US" smtClean="0"/>
              <a:t>” summarizing</a:t>
            </a: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279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Errors in the (Syntactic) Code Model</vt:lpstr>
      <vt:lpstr>Problem</vt:lpstr>
      <vt:lpstr>Errors in Green Trees</vt:lpstr>
      <vt:lpstr>Errors in Green Trees</vt:lpstr>
      <vt:lpstr>Errors in Red Trees</vt:lpstr>
      <vt:lpstr>Errors in Red Trees</vt:lpstr>
      <vt:lpstr>Errors in Red Trees</vt:lpstr>
      <vt:lpstr>Error Recovery</vt:lpstr>
      <vt:lpstr>Error Recovery</vt:lpstr>
      <vt:lpstr>Error Recovery</vt:lpstr>
      <vt:lpstr>Error Recovery</vt:lpstr>
      <vt:lpstr>Open Questions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Errors in the (Syntactic) Code Model</dc:title>
  <dc:creator>ngafter</dc:creator>
  <cp:lastModifiedBy>Neal Gafter</cp:lastModifiedBy>
  <cp:revision>9</cp:revision>
  <dcterms:created xsi:type="dcterms:W3CDTF">2009-07-31T16:42:10Z</dcterms:created>
  <dcterms:modified xsi:type="dcterms:W3CDTF">2009-07-31T19:57:18Z</dcterms:modified>
</cp:coreProperties>
</file>