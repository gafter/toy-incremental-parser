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68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312AF4-D643-4C80-8335-8F1209DC9190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FB046C-69CF-4090-B8C4-AE4BDBC28E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Absolute</a:t>
            </a:r>
            <a:r>
              <a:rPr lang="en-US" baseline="0" dirty="0" smtClean="0"/>
              <a:t> p</a:t>
            </a:r>
            <a:r>
              <a:rPr lang="en-US" dirty="0" smtClean="0"/>
              <a:t>ositions, parents, handled in red nodes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In a statement list, we can reuse the parsed representation for any statements that have not changed.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On the other hand, we don't want to re-</a:t>
            </a:r>
            <a:r>
              <a:rPr lang="en-US" dirty="0" err="1" smtClean="0"/>
              <a:t>lex</a:t>
            </a:r>
            <a:r>
              <a:rPr lang="en-US" dirty="0" smtClean="0"/>
              <a:t> the rest of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A change after some token ends might cause that token to be extended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Reparsing needs to "bust apart" trees that are no longer part of a valid parse.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Note that the representation completely covers the input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Actually, in the default case we need to break up any trees.  And we’d turn the recursion into a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FB046C-69CF-4090-B8C4-AE4BDBC28EA9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4EDF26-40D9-47A3-815D-3A84E329E534}" type="datetimeFigureOut">
              <a:rPr lang="en-US" smtClean="0"/>
              <a:pPr/>
              <a:t>7/31/2009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5FF76-8B21-48B4-AC98-11ABC6DEC5A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Incremental Parsing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 string X -&gt; Parse tree </a:t>
            </a:r>
            <a:r>
              <a:rPr lang="en-US" dirty="0" smtClean="0"/>
              <a:t>Y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Change </a:t>
            </a:r>
            <a:r>
              <a:rPr lang="en-US" dirty="0"/>
              <a:t>input to X' -&gt; Parse tree </a:t>
            </a:r>
            <a:r>
              <a:rPr lang="en-US" dirty="0" smtClean="0"/>
              <a:t>Y‘</a:t>
            </a:r>
            <a:endParaRPr lang="en-US" dirty="0"/>
          </a:p>
          <a:p>
            <a:pPr lvl="1"/>
            <a:r>
              <a:rPr lang="en-US" dirty="0" smtClean="0"/>
              <a:t>minimize </a:t>
            </a:r>
            <a:r>
              <a:rPr lang="en-US" dirty="0"/>
              <a:t>additional </a:t>
            </a:r>
            <a:r>
              <a:rPr lang="en-US" dirty="0" err="1"/>
              <a:t>lexer</a:t>
            </a:r>
            <a:r>
              <a:rPr lang="en-US" dirty="0"/>
              <a:t>, parser work</a:t>
            </a:r>
          </a:p>
          <a:p>
            <a:pPr lvl="1"/>
            <a:r>
              <a:rPr lang="en-US" dirty="0" smtClean="0"/>
              <a:t>reuse </a:t>
            </a:r>
            <a:r>
              <a:rPr lang="en-US" dirty="0"/>
              <a:t>tokens and trees for parts that have not changed</a:t>
            </a:r>
          </a:p>
          <a:p>
            <a:pPr lvl="1"/>
            <a:r>
              <a:rPr lang="en-US" dirty="0" smtClean="0"/>
              <a:t>no </a:t>
            </a:r>
            <a:r>
              <a:rPr lang="en-US" dirty="0"/>
              <a:t>mutation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change is defined as replacing one substring in the input with a different substring.</a:t>
            </a:r>
          </a:p>
          <a:p>
            <a:endParaRPr lang="en-US" dirty="0"/>
          </a:p>
          <a:p>
            <a:pPr lvl="1"/>
            <a:r>
              <a:rPr lang="en-US" dirty="0" smtClean="0"/>
              <a:t>Initial </a:t>
            </a:r>
            <a:r>
              <a:rPr lang="en-US" dirty="0"/>
              <a:t>parse replaces the empty string with the entire program</a:t>
            </a:r>
          </a:p>
          <a:p>
            <a:pPr lvl="1"/>
            <a:r>
              <a:rPr lang="en-US" dirty="0" smtClean="0"/>
              <a:t>Deletions </a:t>
            </a:r>
            <a:r>
              <a:rPr lang="en-US" dirty="0"/>
              <a:t>and insertions are special cases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</a:t>
            </a:r>
            <a:r>
              <a:rPr lang="en-US" dirty="0" smtClean="0"/>
              <a:t>(green) </a:t>
            </a:r>
            <a:r>
              <a:rPr lang="en-US" dirty="0"/>
              <a:t>tree tracks the number of input characters it </a:t>
            </a:r>
            <a:r>
              <a:rPr lang="en-US" dirty="0" smtClean="0"/>
              <a:t>“covers”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Bust </a:t>
            </a:r>
            <a:r>
              <a:rPr lang="en-US" dirty="0"/>
              <a:t>apart the old parse tree where the text changed.</a:t>
            </a:r>
          </a:p>
          <a:p>
            <a:endParaRPr lang="en-US" dirty="0" smtClean="0"/>
          </a:p>
          <a:p>
            <a:r>
              <a:rPr lang="en-US" dirty="0" smtClean="0"/>
              <a:t>Reuse </a:t>
            </a:r>
            <a:r>
              <a:rPr lang="en-US" dirty="0"/>
              <a:t>these pieces </a:t>
            </a:r>
            <a:r>
              <a:rPr lang="en-US" dirty="0" smtClean="0"/>
              <a:t>if unchanged.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x = a + b ;</a:t>
            </a:r>
          </a:p>
          <a:p>
            <a:pPr>
              <a:buNone/>
            </a:pPr>
            <a:r>
              <a:rPr lang="en-US" dirty="0"/>
              <a:t>changes to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a + b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+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en-US" dirty="0"/>
          </a:p>
          <a:p>
            <a:r>
              <a:rPr lang="en-US" dirty="0" smtClean="0"/>
              <a:t>Reuse </a:t>
            </a:r>
            <a:r>
              <a:rPr lang="en-US" dirty="0"/>
              <a:t>all the old </a:t>
            </a:r>
            <a:r>
              <a:rPr lang="en-US" dirty="0" smtClean="0"/>
              <a:t>tokens</a:t>
            </a:r>
          </a:p>
          <a:p>
            <a:r>
              <a:rPr lang="en-US" dirty="0" smtClean="0"/>
              <a:t>Reuse the tree </a:t>
            </a:r>
            <a:r>
              <a:rPr lang="en-US" dirty="0"/>
              <a:t>for </a:t>
            </a:r>
            <a:r>
              <a:rPr lang="en-US" dirty="0" err="1"/>
              <a:t>a+b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057400" y="2438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447800" y="3200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667000" y="3200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9718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3622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752600" y="3962400"/>
            <a:ext cx="381000" cy="3810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430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/>
          <p:cNvCxnSpPr>
            <a:stCxn id="4" idx="3"/>
            <a:endCxn id="5" idx="0"/>
          </p:cNvCxnSpPr>
          <p:nvPr/>
        </p:nvCxnSpPr>
        <p:spPr>
          <a:xfrm rot="5400000">
            <a:off x="1657350" y="2744554"/>
            <a:ext cx="436796" cy="47489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0" idx="0"/>
          </p:cNvCxnSpPr>
          <p:nvPr/>
        </p:nvCxnSpPr>
        <p:spPr>
          <a:xfrm rot="5400000">
            <a:off x="1255946" y="3658954"/>
            <a:ext cx="381000" cy="22589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0"/>
          </p:cNvCxnSpPr>
          <p:nvPr/>
        </p:nvCxnSpPr>
        <p:spPr>
          <a:xfrm rot="5400000">
            <a:off x="2457450" y="3676650"/>
            <a:ext cx="381000" cy="1905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9" idx="0"/>
          </p:cNvCxnSpPr>
          <p:nvPr/>
        </p:nvCxnSpPr>
        <p:spPr>
          <a:xfrm rot="16200000" flipH="1">
            <a:off x="1657350" y="3676650"/>
            <a:ext cx="381000" cy="1905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6200000" flipH="1">
            <a:off x="2876550" y="3676650"/>
            <a:ext cx="381000" cy="1905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" idx="5"/>
            <a:endCxn id="6" idx="0"/>
          </p:cNvCxnSpPr>
          <p:nvPr/>
        </p:nvCxnSpPr>
        <p:spPr>
          <a:xfrm rot="16200000" flipH="1">
            <a:off x="2401654" y="2744554"/>
            <a:ext cx="436796" cy="47489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943600" y="2438400"/>
            <a:ext cx="381000" cy="381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34000" y="3200400"/>
            <a:ext cx="381000" cy="381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553200" y="3200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8580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2484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5638800" y="3962400"/>
            <a:ext cx="381000" cy="381000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5029200" y="3962400"/>
            <a:ext cx="381000" cy="381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/>
          <p:cNvCxnSpPr>
            <a:stCxn id="27" idx="3"/>
            <a:endCxn id="28" idx="0"/>
          </p:cNvCxnSpPr>
          <p:nvPr/>
        </p:nvCxnSpPr>
        <p:spPr>
          <a:xfrm rot="5400000">
            <a:off x="5543550" y="2744554"/>
            <a:ext cx="436796" cy="474896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3" idx="0"/>
          </p:cNvCxnSpPr>
          <p:nvPr/>
        </p:nvCxnSpPr>
        <p:spPr>
          <a:xfrm rot="5400000">
            <a:off x="5142146" y="3658954"/>
            <a:ext cx="381000" cy="225892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31" idx="0"/>
          </p:cNvCxnSpPr>
          <p:nvPr/>
        </p:nvCxnSpPr>
        <p:spPr>
          <a:xfrm rot="5400000">
            <a:off x="6343650" y="3676650"/>
            <a:ext cx="381000" cy="1905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32" idx="0"/>
          </p:cNvCxnSpPr>
          <p:nvPr/>
        </p:nvCxnSpPr>
        <p:spPr>
          <a:xfrm rot="16200000" flipH="1">
            <a:off x="5543550" y="3676650"/>
            <a:ext cx="381000" cy="190500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rot="16200000" flipH="1">
            <a:off x="6762750" y="3676650"/>
            <a:ext cx="381000" cy="190500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27" idx="5"/>
            <a:endCxn id="29" idx="0"/>
          </p:cNvCxnSpPr>
          <p:nvPr/>
        </p:nvCxnSpPr>
        <p:spPr>
          <a:xfrm rot="16200000" flipH="1">
            <a:off x="6287854" y="2744554"/>
            <a:ext cx="436796" cy="47489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(lexical)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Token boundaries </a:t>
            </a:r>
            <a:r>
              <a:rPr lang="en-US" dirty="0"/>
              <a:t>can change far beyond the modified area of text.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Examples:</a:t>
            </a:r>
          </a:p>
          <a:p>
            <a:pPr>
              <a:buNone/>
            </a:pPr>
            <a:r>
              <a:rPr lang="fr-FR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2600" b="1" dirty="0">
                <a:latin typeface="Courier New" pitchFamily="49" charset="0"/>
                <a:cs typeface="Courier New" pitchFamily="49" charset="0"/>
              </a:rPr>
              <a:t> x = a  * b + c /* comment */;</a:t>
            </a:r>
          </a:p>
          <a:p>
            <a:pPr>
              <a:buNone/>
            </a:pPr>
            <a:r>
              <a:rPr lang="fr-FR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fr-FR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fr-FR" sz="2600" b="1" dirty="0">
                <a:latin typeface="Courier New" pitchFamily="49" charset="0"/>
                <a:cs typeface="Courier New" pitchFamily="49" charset="0"/>
              </a:rPr>
              <a:t> x = a </a:t>
            </a:r>
            <a:r>
              <a:rPr lang="fr-FR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fr-FR" sz="2600" b="1" dirty="0">
                <a:latin typeface="Courier New" pitchFamily="49" charset="0"/>
                <a:cs typeface="Courier New" pitchFamily="49" charset="0"/>
              </a:rPr>
              <a:t>* b + c /* comment */;</a:t>
            </a:r>
          </a:p>
          <a:p>
            <a:pPr>
              <a:buNone/>
            </a:pPr>
            <a:endParaRPr lang="en-US" sz="2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x =    </a:t>
            </a:r>
            <a:r>
              <a:rPr lang="en-US" sz="2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" + " + " + " + " + "; //";</a:t>
            </a:r>
          </a:p>
          <a:p>
            <a:pPr>
              <a:buNone/>
            </a:pP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6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sz="26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" +</a:t>
            </a:r>
            <a:r>
              <a:rPr lang="en-US" sz="2600" b="1" dirty="0">
                <a:latin typeface="Courier New" pitchFamily="49" charset="0"/>
                <a:cs typeface="Courier New" pitchFamily="49" charset="0"/>
              </a:rPr>
              <a:t> " + " + " + " + " + "; //";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Problems (lexical)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Token </a:t>
            </a:r>
            <a:r>
              <a:rPr lang="en-US" dirty="0"/>
              <a:t>boundaries can change </a:t>
            </a:r>
            <a:r>
              <a:rPr lang="en-US" i="1" dirty="0"/>
              <a:t>before</a:t>
            </a:r>
            <a:r>
              <a:rPr lang="en-US" dirty="0"/>
              <a:t> the modified area of text.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12;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 (lexical)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Start </a:t>
            </a:r>
            <a:r>
              <a:rPr lang="en-US" dirty="0" err="1" smtClean="0"/>
              <a:t>lexing</a:t>
            </a:r>
            <a:r>
              <a:rPr lang="en-US" dirty="0" smtClean="0"/>
              <a:t> just </a:t>
            </a:r>
            <a:r>
              <a:rPr lang="en-US" dirty="0"/>
              <a:t>before the </a:t>
            </a:r>
            <a:r>
              <a:rPr lang="en-US" dirty="0" smtClean="0"/>
              <a:t>change</a:t>
            </a:r>
          </a:p>
          <a:p>
            <a:r>
              <a:rPr lang="en-US" dirty="0" smtClean="0"/>
              <a:t>Continue </a:t>
            </a:r>
            <a:r>
              <a:rPr lang="en-US" dirty="0"/>
              <a:t>until </a:t>
            </a:r>
            <a:r>
              <a:rPr lang="en-US" dirty="0" smtClean="0"/>
              <a:t>synchronized </a:t>
            </a:r>
            <a:r>
              <a:rPr lang="en-US" dirty="0"/>
              <a:t>with </a:t>
            </a:r>
            <a:r>
              <a:rPr lang="en-US" dirty="0" smtClean="0"/>
              <a:t>previous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(syntactic)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Syntactic: </a:t>
            </a:r>
            <a:r>
              <a:rPr lang="en-US" dirty="0" err="1"/>
              <a:t>nonterminal</a:t>
            </a:r>
            <a:r>
              <a:rPr lang="en-US" dirty="0"/>
              <a:t> boundaries can change beyond the modified area of text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+ b;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 *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a + b; 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a + b </a:t>
            </a:r>
            <a:r>
              <a:rPr lang="en-US" b="1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* c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Input is </a:t>
            </a:r>
            <a:r>
              <a:rPr lang="en-US" dirty="0"/>
              <a:t>a </a:t>
            </a:r>
            <a:r>
              <a:rPr lang="en-US" dirty="0" smtClean="0"/>
              <a:t>stream of </a:t>
            </a:r>
            <a:r>
              <a:rPr lang="en-US" dirty="0"/>
              <a:t>mixed (old) trees and tokens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 smtClean="0"/>
              <a:t>Bust trees immediately preceding, within, and immediately following a change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parsing, if a tree is </a:t>
            </a:r>
            <a:r>
              <a:rPr lang="en-US" dirty="0" smtClean="0"/>
              <a:t>“unexpected”</a:t>
            </a:r>
          </a:p>
          <a:p>
            <a:pPr lvl="1"/>
            <a:r>
              <a:rPr lang="en-US" dirty="0" smtClean="0"/>
              <a:t>Bust it apart (one level) and retry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Grammar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Program ::=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StatementList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EOI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StatementList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::= empty</a:t>
            </a: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StatementList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::=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StatementList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Statement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Statement ::=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LetStatement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Statement ::=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PrintStatement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LetStatement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::= 'let' Identifier '=' Expression ';'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err="1">
                <a:latin typeface="Courier New" pitchFamily="49" charset="0"/>
                <a:cs typeface="Courier New" pitchFamily="49" charset="0"/>
              </a:rPr>
              <a:t>PrintStatement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::= 'print' Expression ';'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Expression ::= Term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Expression ::= Expression + Term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Term ::= Primary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Term ::= Term * Primary</a:t>
            </a:r>
          </a:p>
          <a:p>
            <a:pPr>
              <a:buNone/>
            </a:pP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Primary ::= Identifier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Primary ::=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let x = a + b;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VarDeclarationStatement</a:t>
            </a:r>
            <a:r>
              <a:rPr lang="en-US" dirty="0"/>
              <a:t> (</a:t>
            </a:r>
          </a:p>
          <a:p>
            <a:pPr>
              <a:buNone/>
            </a:pPr>
            <a:r>
              <a:rPr lang="en-US" dirty="0" smtClean="0"/>
              <a:t>    Let,</a:t>
            </a:r>
            <a:endParaRPr lang="en-US" dirty="0"/>
          </a:p>
          <a:p>
            <a:pPr>
              <a:buNone/>
            </a:pPr>
            <a:r>
              <a:rPr lang="en-US" dirty="0"/>
              <a:t>    Name = Identifier(x</a:t>
            </a:r>
            <a:r>
              <a:rPr lang="en-US" dirty="0" smtClean="0"/>
              <a:t>),</a:t>
            </a: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n-US" dirty="0" err="1"/>
              <a:t>OpSymbol</a:t>
            </a:r>
            <a:r>
              <a:rPr lang="en-US" dirty="0"/>
              <a:t>(Assign</a:t>
            </a:r>
            <a:r>
              <a:rPr lang="en-US" dirty="0" smtClean="0"/>
              <a:t>),</a:t>
            </a:r>
            <a:endParaRPr lang="en-US" dirty="0"/>
          </a:p>
          <a:p>
            <a:pPr>
              <a:buNone/>
            </a:pPr>
            <a:r>
              <a:rPr lang="en-US" dirty="0"/>
              <a:t>    </a:t>
            </a:r>
            <a:r>
              <a:rPr lang="en-US" dirty="0" smtClean="0"/>
              <a:t>Expression = </a:t>
            </a:r>
            <a:r>
              <a:rPr lang="en-US" dirty="0" err="1" smtClean="0"/>
              <a:t>BinaryExpression</a:t>
            </a:r>
            <a:r>
              <a:rPr lang="en-US" dirty="0" smtClean="0"/>
              <a:t>(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Left</a:t>
            </a:r>
            <a:r>
              <a:rPr lang="en-US" dirty="0"/>
              <a:t>: Identifier(a</a:t>
            </a:r>
            <a:r>
              <a:rPr lang="en-US" dirty="0" smtClean="0"/>
              <a:t>),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Operator</a:t>
            </a:r>
            <a:r>
              <a:rPr lang="en-US" dirty="0"/>
              <a:t>: </a:t>
            </a:r>
            <a:r>
              <a:rPr lang="en-US" dirty="0" err="1"/>
              <a:t>OpSymbol</a:t>
            </a:r>
            <a:r>
              <a:rPr lang="en-US" dirty="0"/>
              <a:t>(Plus</a:t>
            </a:r>
            <a:r>
              <a:rPr lang="en-US" dirty="0" smtClean="0"/>
              <a:t>),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    Right</a:t>
            </a:r>
            <a:r>
              <a:rPr lang="en-US" dirty="0"/>
              <a:t>: Identifier(b</a:t>
            </a:r>
            <a:r>
              <a:rPr lang="en-US" dirty="0" smtClean="0"/>
              <a:t>)),</a:t>
            </a:r>
            <a:endParaRPr lang="en-US" dirty="0"/>
          </a:p>
          <a:p>
            <a:pPr>
              <a:buNone/>
            </a:pPr>
            <a:r>
              <a:rPr lang="en-US" dirty="0"/>
              <a:t>    Semicolon)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Incremental Update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Insert "c *" before a</a:t>
            </a:r>
          </a:p>
          <a:p>
            <a:endParaRPr lang="en-US" dirty="0"/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let x =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 *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 + b;</a:t>
            </a:r>
          </a:p>
          <a:p>
            <a:endParaRPr lang="en-US" dirty="0"/>
          </a:p>
          <a:p>
            <a:r>
              <a:rPr lang="en-US" dirty="0" smtClean="0"/>
              <a:t>Cannot reuse </a:t>
            </a:r>
            <a:r>
              <a:rPr lang="en-US" dirty="0"/>
              <a:t>the tree</a:t>
            </a:r>
          </a:p>
          <a:p>
            <a:endParaRPr lang="en-US" dirty="0"/>
          </a:p>
          <a:p>
            <a:pPr>
              <a:buNone/>
            </a:pPr>
            <a:r>
              <a:rPr lang="en-US" dirty="0" err="1"/>
              <a:t>BinaryExpression</a:t>
            </a:r>
            <a:r>
              <a:rPr lang="en-US" dirty="0" smtClean="0"/>
              <a:t>(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Left</a:t>
            </a:r>
            <a:r>
              <a:rPr lang="en-US" dirty="0"/>
              <a:t>: Identifier(a</a:t>
            </a:r>
            <a:r>
              <a:rPr lang="en-US" dirty="0" smtClean="0"/>
              <a:t>),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Operator</a:t>
            </a:r>
            <a:r>
              <a:rPr lang="en-US" dirty="0"/>
              <a:t>: </a:t>
            </a:r>
            <a:r>
              <a:rPr lang="en-US" dirty="0" err="1"/>
              <a:t>OpSymbol</a:t>
            </a:r>
            <a:r>
              <a:rPr lang="en-US" dirty="0"/>
              <a:t>(Plus</a:t>
            </a:r>
            <a:r>
              <a:rPr lang="en-US" dirty="0" smtClean="0"/>
              <a:t>),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Right</a:t>
            </a:r>
            <a:r>
              <a:rPr lang="en-US" dirty="0"/>
              <a:t>: Identifier(b</a:t>
            </a:r>
            <a:r>
              <a:rPr lang="en-US" dirty="0" smtClean="0"/>
              <a:t>));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this might look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//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Expression ::= Term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// Expression ::= Expression + Term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// Expression ::= Expression - Term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SyntaxElement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ParseExpression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switch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nextSymbol.syntaxPart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SyntaxPart.BinaryOperation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Tree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binaryTree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nextSymbol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as Tree;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switch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binaryTree.children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[1].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case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SyntaxPart.Plus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ParseExpressionRest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(Advance());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case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SyntaxPart.Times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ParseExpressionRest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ParseTerm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default: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SyntaxError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SyntaxPart.Identifier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SyntaxPart.Number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return </a:t>
            </a:r>
            <a:r>
              <a:rPr lang="en-US" b="1" dirty="0" err="1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ParseExpressionRest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ParseTerm</a:t>
            </a: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());</a:t>
            </a:r>
            <a:endParaRPr lang="en-US" b="1" dirty="0">
              <a:solidFill>
                <a:schemeClr val="accent4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default: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SyntaxError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this might look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SyntaxElement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ParseExpressionRest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SyntaxElement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expression)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while (true)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{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switch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nextSymbol.syntaxPart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case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SyntaxPart.Plus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SyntaxElement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@operator = Advance();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expression = new Tree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    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SyntaxPart.BinaryOperation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           expression,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           @operator,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ParseTerm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   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continue;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default: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return expression;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this might look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//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Term ::= Primary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// Term ::= Term / Primary</a:t>
            </a:r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// Term ::= Term * Primary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SyntaxElement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ParseTerm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switch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nextSymbol.syntaxPart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SyntaxPart.BinaryOperation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Tree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binaryTree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nextSymbol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as Tree;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switch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binaryTree.children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[1].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{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case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SyntaxPart.Plus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        Decompose();</a:t>
            </a:r>
          </a:p>
          <a:p>
            <a:pPr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ParseTerm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case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SyntaxPart.Times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: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ParseTermRest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(Advance());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default: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SyntaxError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}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SyntaxPart.Identifier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case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SyntaxPart.Number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ParseTermRest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ParsePrimary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 default: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     return </a:t>
            </a:r>
            <a:r>
              <a:rPr lang="en-US" b="1" dirty="0" err="1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SyntaxError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   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887</Words>
  <Application>Microsoft Office PowerPoint</Application>
  <PresentationFormat>On-screen Show (4:3)</PresentationFormat>
  <Paragraphs>191</Paragraphs>
  <Slides>17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Incremental Parsing</vt:lpstr>
      <vt:lpstr>Problem</vt:lpstr>
      <vt:lpstr>Change</vt:lpstr>
      <vt:lpstr>Basic Idea</vt:lpstr>
      <vt:lpstr>Example</vt:lpstr>
      <vt:lpstr>Example</vt:lpstr>
      <vt:lpstr>Problems (lexical)</vt:lpstr>
      <vt:lpstr>Problems (lexical)</vt:lpstr>
      <vt:lpstr>Solution (lexical)</vt:lpstr>
      <vt:lpstr>Problem (syntactic)</vt:lpstr>
      <vt:lpstr>General Approach</vt:lpstr>
      <vt:lpstr>Example Grammar</vt:lpstr>
      <vt:lpstr>Parsing</vt:lpstr>
      <vt:lpstr>Incremental Update</vt:lpstr>
      <vt:lpstr>How this might look</vt:lpstr>
      <vt:lpstr>How this might look</vt:lpstr>
      <vt:lpstr>How this might look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Incremental Parsing</dc:title>
  <dc:creator>Neal Gafter</dc:creator>
  <cp:lastModifiedBy>Neal Gafter</cp:lastModifiedBy>
  <cp:revision>21</cp:revision>
  <dcterms:created xsi:type="dcterms:W3CDTF">2009-07-15T16:00:58Z</dcterms:created>
  <dcterms:modified xsi:type="dcterms:W3CDTF">2009-07-31T19:04:13Z</dcterms:modified>
</cp:coreProperties>
</file>